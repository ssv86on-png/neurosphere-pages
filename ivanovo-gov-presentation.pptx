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0" y="1097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E0E0E0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18CF8"/>
                </a:solidFill>
                <a:latin typeface="Calibri"/>
              </a:defRPr>
            </a:pPr>
            <a:r>
              <a:t>Искусственный интеллект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Calibri"/>
              </a:defRPr>
            </a:pPr>
            <a:r>
              <a:t>для администрации города Иваново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Краткий интенсив с дипломом МГРИ государственного образца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Именное предложение для Администрации г. Иваново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🎯 Индивидуальное предложение для Иваново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81825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EE7B7"/>
                </a:solidFill>
                <a:latin typeface="Calibri"/>
              </a:defRPr>
            </a:pPr>
            <a:r>
              <a:t>⚡ КРАТКИЙ ИНТЕНСИВ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5B4FC"/>
                </a:solidFill>
                <a:latin typeface="Calibri"/>
              </a:defRPr>
            </a:pPr>
            <a:r>
              <a:t>15 000 ₽ / человек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📚 До 10 часов обучения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🌐 Полностью дистанционно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📋 Базовые практические знания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📜 Сертификат МГРИ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👥 от 50 человек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1818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3C5FD"/>
                </a:solidFill>
                <a:latin typeface="Calibri"/>
              </a:defRPr>
            </a:pPr>
            <a:r>
              <a:t>🎓 ПОЛНЫЙ КУРС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5B4FC"/>
                </a:solidFill>
                <a:latin typeface="Calibri"/>
              </a:defRPr>
            </a:pPr>
            <a:r>
              <a:t>64 800 ₽ / человек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74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📚 108 часов — глубокое погружение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🌐 Полностью дистанционно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🧠 Углублённая программа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🎓 Диплом МГРИ гос. образца (ФИС ФРДО)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👥 Индивидуально или в группе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📋 Программа — «ИИ для госслужащих»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Введение в ИИ: что такое нейросети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 ч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ChatGPT, DeepSeek, GigaChat — обзор AI-инструментов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Промпт-инжиниринг: как ставить задачи нейросетям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4612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ИИ в работе с документами: подготовка, анализ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 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Анализ данных и отчётов с помощью 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43484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Безопасность и этика ИИ в госсекторе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434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 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02920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10 практических кейсов для госслужбы +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Формат: 2 дня по 5 часов или 5 дней по 2 часа. Полностью онлайн.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💰 Стоимость для г. Иваново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EE7B7"/>
                </a:solidFill>
                <a:latin typeface="Calibri"/>
              </a:defRPr>
            </a:pPr>
            <a:r>
              <a:t>Вариант 1 — Краткий интенсив (15 000 ₽ / чел)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50 человек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750 000 ₽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100 человек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1 500 000 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200 человек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3 000 000 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600 человек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9 000 000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3C5FD"/>
                </a:solidFill>
                <a:latin typeface="Calibri"/>
              </a:defRPr>
            </a:pPr>
            <a:r>
              <a:t>Вариант 2 — Полный курс (64 800 ₽ / чел)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120640"/>
            <a:ext cx="8229600" cy="45720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10 человек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3C5FD"/>
                </a:solidFill>
                <a:latin typeface="Calibri"/>
              </a:defRPr>
            </a:pPr>
            <a:r>
              <a:t>648 000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623560"/>
            <a:ext cx="8229600" cy="45720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25 человек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3C5FD"/>
                </a:solidFill>
                <a:latin typeface="Calibri"/>
              </a:defRPr>
            </a:pPr>
            <a:r>
              <a:t>1 620 000 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6126480"/>
            <a:ext cx="8229600" cy="45720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6126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50 человек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126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3C5FD"/>
                </a:solidFill>
                <a:latin typeface="Calibri"/>
              </a:defRPr>
            </a:pPr>
            <a:r>
              <a:t>3 240 000 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🏆 Почему НейроСфера?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46304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🎓 Диплом МГРИ гос. образца (ФИС ФРДО)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🏆 Топ-28 по трудоустройству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92608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📜 Образовательная лицензия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65760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⚡ Практика с первого дня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38912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🧠 Context Engineering — главный навык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12064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120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📚 398+ задач в олимпиадном задачнике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📋 Наши референсы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Calibri"/>
              </a:defRPr>
            </a:pPr>
            <a:r>
              <a:t>🏢 Академия Палас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Уборка крупного объекта. Опыт работы с объектами высокой проходимости.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Calibri"/>
              </a:defRPr>
            </a:pPr>
            <a:r>
              <a:t>🏬 Афимолл Сити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Клининг торгового центра. 10 000+ м².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Calibri"/>
              </a:defRPr>
            </a:pPr>
            <a:r>
              <a:t>🚂 Станции РЖД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Уборка вокзальных комплексов. Госзаказ.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21208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257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Calibri"/>
              </a:defRPr>
            </a:pPr>
            <a:r>
              <a:t>📜 Образовательная лицензия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Обучение с выдачей документов гос. образца.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📋 Как начать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Связаться с нами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Выбираем формат и даты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Подписываем договор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Стандартная форма для госзаказа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02336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0233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Проводим 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Онлайн, в удобное время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Выдаём документы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Удостоверение / диплом МГРИ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18CF8"/>
                </a:solidFill>
                <a:latin typeface="Calibri"/>
              </a:defRPr>
            </a:pPr>
            <a:r>
              <a:t>📩 Контакты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🧠 НейроСфера — Центр ИИ на базе МГРИ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🌐 neurosphere.group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📧 4610777@mail.ru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📞 +7 (495) 461-07-78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A0A0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📄 КП: neurosphere-pages.vercel.app/gov-intensive-kp.html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🏛️ Презентация: neurosphere-pages.vercel.app/ivanovo-gov-presentation.html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ООО «ОСНОВА» | ИНН 7722783931 | Образовательная лицензия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