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НЕЙРОСФЕРА × МГРИ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Приветственное сообщение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Гос-интенсив «Искусственный интеллект для госслужащих»</a:t>
            </a:r>
            <a:br/>
            <a:r>
              <a:t>Диплом / Сертификат МГРИ государственного образца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10515600" cy="914400"/>
          </a:xfrm>
          <a:prstGeom prst="rect">
            <a:avLst/>
          </a:prstGeom>
          <a:solidFill>
            <a:srgbClr val="141420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18CF8"/>
                </a:solidFill>
                <a:latin typeface="Calibri"/>
              </a:defRPr>
            </a:pPr>
            <a:r>
              <a:t>📅  Старт в любое время    |    🎯  Дистанционно    |    💰  от 15 000 ₽/чел    |    📜  Гос. документ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🌐 neurosphere.group  ·  📞 +7 (495) 461-07-78  ·  📧 info@macim.ru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Уважаемые коллеги!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От всей команды НейроСферы и Российского государственного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818CF8"/>
                </a:solidFill>
                <a:latin typeface="Calibri"/>
              </a:defRPr>
            </a:pPr>
            <a:r>
              <a:t>геологоразведочного университета имени Серго Орджоникидзе (МГРИ)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благодарим вас за интерес к нашему обучению!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Мы подготовили для вас два формата обучения —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E0E0E0"/>
                </a:solidFill>
                <a:latin typeface="Calibri"/>
              </a:defRPr>
            </a:pPr>
            <a:r>
              <a:t>выбирайте под свои задачи: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🌐 neurosphere.group  ·  📞 +7 (495) 461-07-78  ·  📧 info@macim.ru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Два формата обучения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120640" cy="4114800"/>
          </a:xfrm>
          <a:prstGeom prst="rect">
            <a:avLst/>
          </a:prstGeom>
          <a:solidFill>
            <a:srgbClr val="181825"/>
          </a:solidFill>
          <a:ln w="12700">
            <a:solidFill>
              <a:srgbClr val="2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18CF8"/>
                </a:solidFill>
                <a:latin typeface="Calibri"/>
              </a:defRPr>
            </a:pPr>
            <a:r>
              <a:t>🎯  Краткий интенсив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Искусственный интеллект для госслужащих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 10 часов практики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 Полностью дистанционно, онлайн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 Индивидуальный подход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818CF8"/>
                </a:solidFill>
                <a:latin typeface="Calibri"/>
              </a:defRPr>
            </a:pPr>
            <a:r>
              <a:t>💰  15 000 ₽ / человек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  (от 50 человек)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22C55E"/>
                </a:solidFill>
                <a:latin typeface="Calibri"/>
              </a:defRPr>
            </a:pPr>
            <a:r>
              <a:t>📜  Сертификат МГРИ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63040"/>
            <a:ext cx="5120640" cy="4114800"/>
          </a:xfrm>
          <a:prstGeom prst="rect">
            <a:avLst/>
          </a:prstGeom>
          <a:solidFill>
            <a:srgbClr val="181825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366F1"/>
                </a:solidFill>
                <a:latin typeface="Calibri"/>
              </a:defRPr>
            </a:pPr>
            <a:r>
              <a:t>🎓  Полный курс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Специалист по работе с ИИ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 108 часов — глубокое погружение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 Полностью дистанционно, онлайн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•  Индивидуальный подход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818CF8"/>
                </a:solidFill>
                <a:latin typeface="Calibri"/>
              </a:defRPr>
            </a:pPr>
            <a:r>
              <a:t>💰  64 800 ₽ / человек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22C55E"/>
                </a:solidFill>
                <a:latin typeface="Calibri"/>
              </a:defRPr>
            </a:pPr>
            <a:r>
              <a:t>📜  Диплом гос. образца (ФИС ФРДО)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🌐 neurosphere.group  ·  📞 +7 (495) 461-07-78  ·  📧 info@macim.ru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Как мы работаем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1️⃣  Согласовываем договор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  Обсуждаем детали, формат, количество участников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2️⃣  Проводим обучение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  В удобные для вас даты, полностью дистанционно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3️⃣  Выдаём документы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94A3B8"/>
                </a:solidFill>
                <a:latin typeface="Calibri"/>
              </a:defRPr>
            </a:pPr>
            <a:r>
              <a:t>    Сертификат или диплом гос. образца (ФИС ФРДО)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463040"/>
            <a:ext cx="3840480" cy="2743200"/>
          </a:xfrm>
          <a:prstGeom prst="rect">
            <a:avLst/>
          </a:prstGeom>
          <a:solidFill>
            <a:srgbClr val="181825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18CF8"/>
                </a:solidFill>
                <a:latin typeface="Calibri"/>
              </a:defRPr>
            </a:pPr>
            <a:r>
              <a:t>Контакты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1031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🌐  neurosphere.group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📞  +7 (495) 461-07-78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📧  info@macim.ru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0E0E0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📄  Коммерческое предложение: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18CF8"/>
                </a:solidFill>
                <a:latin typeface="Calibri"/>
              </a:defRPr>
            </a:pPr>
            <a:r>
              <a:t>neurosphere-pages.vercel.app/gov-intensive-kp.html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18CF8"/>
                </a:solidFill>
                <a:latin typeface="Calibri"/>
              </a:defRPr>
            </a:pPr>
            <a:r>
              <a:t>neurosphere-pages.vercel.app/ivanovo-gov-presentation.html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4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🌐 neurosphere.group  ·  📞 +7 (495) 461-07-78  ·  📧 info@macim.ru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